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182880"/>
            <a:ext cx="2194560" cy="2194560"/>
          </a:xfrm>
          <a:prstGeom prst="ellipse">
            <a:avLst/>
          </a:prstGeom>
          <a:solidFill>
            <a:srgbClr val="BDD7EE">
              <a:alpha val="20000"/>
            </a:srgbClr>
          </a:solidFill>
          <a:ln w="12700">
            <a:solidFill>
              <a:srgbClr val="BDD7E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459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 Management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74320" y="2514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Web Application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74320" y="310896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2E75B6">
              <a:alpha val="70000"/>
            </a:srgbClr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1089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51760" y="310896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2E75B6">
              <a:alpha val="70000"/>
            </a:srgbClr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31089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8 Web API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310896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2E75B6">
              <a:alpha val="70000"/>
            </a:srgbClr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31089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 |  March 2026  |  [Charugundla Rithwik]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56616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Manual, paper-based appointment scheduling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centralised patient record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Scheduling conflicts and data duplication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status tracking for appointments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 to retrieve patient history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566160"/>
          </a:xfrm>
          <a:prstGeom prst="rect">
            <a:avLst/>
          </a:prstGeom>
          <a:solidFill>
            <a:srgbClr val="F0FBF7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56616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 appointments, patients, doctors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appointment status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Searchable doctor and department directory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layered architecture (API / Core / Infra)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 for desktop and mobile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4688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18 + TypeScript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 build tool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shadcn/ui components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Router v6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4688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8 ASP.NET Core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Framework Core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Architecture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 / OpenAPI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xUnit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64208"/>
            <a:ext cx="24688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 LocalDB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database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relational tables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constraints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 Core migrations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App.tsx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0515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point · routing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600200"/>
            <a:ext cx="0" cy="18288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5029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91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07845" y="1691640"/>
            <a:ext cx="349567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· Appointments · Patients · Doctors · 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240280"/>
            <a:ext cx="0" cy="18288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14600"/>
            <a:ext cx="5029200" cy="5486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146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5146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clinic/ · ui/ · hooks/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3063240"/>
            <a:ext cx="0" cy="18288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54680"/>
            <a:ext cx="50292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1546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 + Repositories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1546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 via ServiceContainer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703320"/>
            <a:ext cx="0" cy="18288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94760"/>
            <a:ext cx="502920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947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Client — src/api.ts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37947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· interceptors · typed functions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1051560"/>
            <a:ext cx="3108960" cy="3749040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source files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1508760"/>
            <a:ext cx="283464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src/App.tsx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src/api.ts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src/interfaces.ts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components/clinic/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models/ · repositories/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services/ServiceContainer.ts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lib/utils.ts · hooks/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tailwind.config.js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vite.config.ts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56692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5156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ClinicManagement.Api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05156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Controllers · Program.cs · Swagger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1737360"/>
            <a:ext cx="0" cy="192024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9384"/>
            <a:ext cx="566928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929384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ClinicManagement.Services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54755" y="1929130"/>
            <a:ext cx="27660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AppointmentService · PatientService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2615184"/>
            <a:ext cx="0" cy="192024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807208"/>
            <a:ext cx="566928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807208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ClinicManagement.Core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1895" y="2807335"/>
            <a:ext cx="276034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· Interfaces · Exceptions  (no deps)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3493008"/>
            <a:ext cx="0" cy="192024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685032"/>
            <a:ext cx="5669280" cy="6858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685032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ClinicManagement.Infrastructure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5200" y="3684905"/>
            <a:ext cx="2987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 Core DbContext · Repositories · InMemory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566928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5720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 LocalDB  —  Medical 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10058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3716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192024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920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46888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4688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3017520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175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3840480"/>
            <a:ext cx="1920240" cy="594360"/>
          </a:xfrm>
          <a:prstGeom prst="rect">
            <a:avLst/>
          </a:prstGeom>
          <a:solidFill>
            <a:srgbClr val="FFF8E8"/>
          </a:solidFill>
          <a:ln w="12700">
            <a:solidFill>
              <a:srgbClr val="E8A317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858000" y="3840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ApptServiceTests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AppointmentID (PK)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PatientID (FK)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DoctorName (FK)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DateTime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05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Notes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249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3931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3931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PatientID (PK)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5478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FirstName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221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LastName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0965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PhoneNumber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7083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708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DateOfBirth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1005840"/>
            <a:ext cx="3931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1005840"/>
            <a:ext cx="393192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0058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35331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3533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DoctorID (PK)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162763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FullName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190195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9019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DepartmentID (FK)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1762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Specialization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292608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2926080"/>
            <a:ext cx="3931920" cy="347472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9260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3273552"/>
            <a:ext cx="39319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2735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DepartmentID (PK)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5478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Name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486918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Relationships: Departments 1→N Doctors  |  Patients 1→N Appointments  |  Doctors 1→N Appointments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E8A317">
              <a:alpha val="15000"/>
            </a:srgbClr>
          </a:solidFill>
          <a:ln w="12700">
            <a:solidFill>
              <a:srgbClr val="E8A31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Achievements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6012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TypeScript SPA with full CRUD for appointments, patients, doctors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0"/>
          </a:xfrm>
          <a:prstGeom prst="line">
            <a:avLst/>
          </a:prstGeom>
          <a:noFill/>
          <a:ln w="6350">
            <a:solidFill>
              <a:srgbClr val="2E75B6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965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728216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8 Clean Architecture — Api / Core / Services / Infrastructure layers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441448"/>
            <a:ext cx="8229600" cy="0"/>
          </a:xfrm>
          <a:prstGeom prst="line">
            <a:avLst/>
          </a:prstGeom>
          <a:noFill/>
          <a:ln w="6350">
            <a:solidFill>
              <a:srgbClr val="2E75B6">
                <a:alpha val="4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775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496312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 schema normalised to 3NF with FK constraints and index strategy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209544"/>
            <a:ext cx="8229600" cy="0"/>
          </a:xfrm>
          <a:prstGeom prst="line">
            <a:avLst/>
          </a:prstGeom>
          <a:noFill/>
          <a:ln w="6350">
            <a:solidFill>
              <a:srgbClr val="2E75B6">
                <a:alpha val="4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5584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6440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+ Service pattern with DI on both frontend and backend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2E75B6">
                <a:alpha val="4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23944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032504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Unit-tested service layer and Swagger-documented REST API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 Management System  —  Capstone Project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2506</Words>
  <Application>WPS Presentation</Application>
  <PresentationFormat>On-screen Show (16:9)</PresentationFormat>
  <Paragraphs>185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 Management System</dc:title>
  <dc:creator>PptxGenJS</dc:creator>
  <dc:subject>PptxGenJS Presentation</dc:subject>
  <cp:lastModifiedBy>Ch. Raghu</cp:lastModifiedBy>
  <cp:revision>2</cp:revision>
  <dcterms:created xsi:type="dcterms:W3CDTF">2026-03-18T05:09:00Z</dcterms:created>
  <dcterms:modified xsi:type="dcterms:W3CDTF">2026-03-26T11:21:00Z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26F0B39ABDA8492AAF16566C552BBDE6_12</vt:lpwstr>
  </property>
</Properties>
</file>